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20"/>
  </p:notesMasterIdLst>
  <p:handoutMasterIdLst>
    <p:handoutMasterId r:id="rId21"/>
  </p:handoutMasterIdLst>
  <p:sldIdLst>
    <p:sldId id="275" r:id="rId2"/>
    <p:sldId id="276" r:id="rId3"/>
    <p:sldId id="257" r:id="rId4"/>
    <p:sldId id="265" r:id="rId5"/>
    <p:sldId id="261" r:id="rId6"/>
    <p:sldId id="266" r:id="rId7"/>
    <p:sldId id="277" r:id="rId8"/>
    <p:sldId id="270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67" r:id="rId18"/>
    <p:sldId id="26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42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6/22/2026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6/22/2026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6/22/2026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6/22/2026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6/22/2026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6/22/2026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6/22/2026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6/22/2026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76" r:id="rId8"/>
    <p:sldLayoutId id="2147483679" r:id="rId9"/>
    <p:sldLayoutId id="2147483680" r:id="rId10"/>
    <p:sldLayoutId id="2147483681" r:id="rId11"/>
    <p:sldLayoutId id="2147483682" r:id="rId12"/>
    <p:sldLayoutId id="214748367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A3716-1A4C-0838-86B6-64CAAF77D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</a:t>
            </a:r>
            <a:br>
              <a:rPr lang="en-US" dirty="0"/>
            </a:br>
            <a:r>
              <a:rPr lang="en-US" dirty="0"/>
              <a:t>SYSTEMS</a:t>
            </a:r>
            <a:br>
              <a:rPr lang="en-US" dirty="0"/>
            </a:br>
            <a:r>
              <a:rPr lang="en-US" dirty="0"/>
              <a:t>2025.2</a:t>
            </a:r>
          </a:p>
        </p:txBody>
      </p:sp>
    </p:spTree>
    <p:extLst>
      <p:ext uri="{BB962C8B-B14F-4D97-AF65-F5344CB8AC3E}">
        <p14:creationId xmlns:p14="http://schemas.microsoft.com/office/powerpoint/2010/main" val="94500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000" dirty="0" err="1"/>
              <a:t>ZFSLite</a:t>
            </a:r>
            <a:r>
              <a:rPr lang="en-US" sz="4000" dirty="0"/>
              <a:t>: a lightweight ZFS file system implementation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87573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Vũ Nguyễn Anh Tuân 202417212</a:t>
            </a:r>
          </a:p>
          <a:p>
            <a:r>
              <a:rPr lang="en-US" sz="2800" b="0" dirty="0"/>
              <a:t>Nguyễn Phan </a:t>
            </a:r>
            <a:r>
              <a:rPr lang="en-US" sz="2800" b="0" dirty="0" err="1"/>
              <a:t>Vĩ</a:t>
            </a:r>
            <a:r>
              <a:rPr lang="en-US" sz="2800" b="0" dirty="0"/>
              <a:t> 202417218</a:t>
            </a:r>
          </a:p>
          <a:p>
            <a:endParaRPr lang="en-US" sz="2800" b="0" dirty="0"/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9A1E0C4-BF5E-7864-B7CB-3135D4D72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937A98-6393-291F-1FD8-DD1FF66C74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571500" indent="-571500">
              <a:buAutoNum type="romanUcPeriod"/>
            </a:pPr>
            <a:r>
              <a:rPr lang="en-US" sz="3200" dirty="0"/>
              <a:t>ZFS overview</a:t>
            </a:r>
          </a:p>
          <a:p>
            <a:pPr marL="571500" indent="-571500">
              <a:buAutoNum type="romanUcPeriod"/>
            </a:pPr>
            <a:endParaRPr lang="en-US" sz="3200" dirty="0"/>
          </a:p>
          <a:p>
            <a:pPr marL="571500" indent="-571500">
              <a:buAutoNum type="romanUcPeriod"/>
            </a:pPr>
            <a:r>
              <a:rPr lang="en-US" sz="3200" dirty="0"/>
              <a:t>ZFS features &amp; implementation analysis</a:t>
            </a:r>
          </a:p>
          <a:p>
            <a:pPr marL="571500" indent="-571500">
              <a:buAutoNum type="romanUcPeriod"/>
            </a:pPr>
            <a:endParaRPr lang="en-US" sz="3200" dirty="0"/>
          </a:p>
          <a:p>
            <a:pPr marL="571500" indent="-571500">
              <a:buAutoNum type="romanUcPeriod"/>
            </a:pPr>
            <a:r>
              <a:rPr lang="en-US" sz="3200" dirty="0"/>
              <a:t>Demo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I. ZFS overview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1F7AC2-E3B9-74BE-5BBF-C0B9AD9FF8C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File system with volume management capabilities.</a:t>
            </a:r>
          </a:p>
          <a:p>
            <a:endParaRPr lang="en-US" dirty="0"/>
          </a:p>
          <a:p>
            <a:r>
              <a:rPr lang="en-US" dirty="0"/>
              <a:t>Designed to ensure that data stored on disks cannot be lost.</a:t>
            </a:r>
          </a:p>
          <a:p>
            <a:endParaRPr lang="en-US" dirty="0"/>
          </a:p>
          <a:p>
            <a:r>
              <a:rPr lang="en-US" dirty="0"/>
              <a:t>Includes a mechanism for dataset and pool-level snapshots and replication, including snapshot cloning</a:t>
            </a:r>
          </a:p>
          <a:p>
            <a:endParaRPr lang="en-US" dirty="0"/>
          </a:p>
          <a:p>
            <a:r>
              <a:rPr lang="en-US" dirty="0"/>
              <a:t>Is a 128-bit file system</a:t>
            </a:r>
          </a:p>
        </p:txBody>
      </p: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ZFS features &amp; implementation analysis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11219-8684-45FC-A126-E067924AC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Pooled Storage</a:t>
            </a:r>
          </a:p>
          <a:p>
            <a:endParaRPr lang="en-US" dirty="0"/>
          </a:p>
          <a:p>
            <a:r>
              <a:rPr lang="en-US" dirty="0"/>
              <a:t>Copy-on-Write (</a:t>
            </a:r>
            <a:r>
              <a:rPr lang="en-US" dirty="0" err="1"/>
              <a:t>CoW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Data Integrity and Self-Healing</a:t>
            </a:r>
          </a:p>
          <a:p>
            <a:endParaRPr lang="en-US" dirty="0"/>
          </a:p>
          <a:p>
            <a:r>
              <a:rPr lang="en-US" dirty="0"/>
              <a:t>Snapshots and Clones</a:t>
            </a:r>
          </a:p>
        </p:txBody>
      </p:sp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38001-DA96-E26F-76B7-82DA99BAF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DA733A-0C50-EE14-2C60-FBCFB45DC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353FC4-6EA8-56DE-C83D-29F1889CE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ZFS features &amp; implementation analysis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8630BD-658C-A06E-4602-F9E06ADD1E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Pooled Storage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Instead of creating rigid partitions on individual disks, ZFS abstracts your physical drives into a shared pool of storage called a </a:t>
            </a:r>
            <a:r>
              <a:rPr lang="en-US" sz="2400" i="1" dirty="0" err="1"/>
              <a:t>zpool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lvl="1"/>
            <a:r>
              <a:rPr lang="en-US" sz="2000" dirty="0"/>
              <a:t>Multiple file systems (called "datasets") are created on top of this single pool.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Datasets dynamically share the available space</a:t>
            </a:r>
          </a:p>
        </p:txBody>
      </p:sp>
    </p:spTree>
    <p:extLst>
      <p:ext uri="{BB962C8B-B14F-4D97-AF65-F5344CB8AC3E}">
        <p14:creationId xmlns:p14="http://schemas.microsoft.com/office/powerpoint/2010/main" val="3471802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AD8E52-349C-EF76-69EB-C09C6078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245BC3E-1405-8141-94BD-EBB331ED3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ZFS features &amp; implementation analysis</a:t>
            </a:r>
            <a:br>
              <a:rPr lang="en-US" dirty="0"/>
            </a:br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AAE1878-C162-5C05-2834-AD8EA5FBC5E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13049" y="1147482"/>
            <a:ext cx="8455481" cy="476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840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93C73-98C3-1712-F88D-CAB59A248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8524E1-1390-3B8A-56F1-1F6FA0B4A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7C6C2DC-1D93-2636-DC6D-8D5B125CF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ZFS features &amp; implementation analysis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F3A0C6-8CE6-843E-DB5A-8A70953E31E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Copy-on-Write (</a:t>
            </a:r>
            <a:r>
              <a:rPr lang="en-US" dirty="0" err="1"/>
              <a:t>CoW</a:t>
            </a:r>
            <a:r>
              <a:rPr lang="en-US" dirty="0"/>
              <a:t>)</a:t>
            </a:r>
          </a:p>
          <a:p>
            <a:r>
              <a:rPr lang="en-US" sz="2000" dirty="0"/>
              <a:t>Traditional file systems modify data by overwriting the old data in place. </a:t>
            </a:r>
          </a:p>
          <a:p>
            <a:endParaRPr lang="en-US" sz="2000" dirty="0"/>
          </a:p>
          <a:p>
            <a:r>
              <a:rPr lang="en-US" sz="2000" dirty="0"/>
              <a:t>ZFS takes a different approach.</a:t>
            </a:r>
          </a:p>
          <a:p>
            <a:endParaRPr lang="en-US" sz="2000" dirty="0"/>
          </a:p>
          <a:p>
            <a:pPr lvl="1"/>
            <a:r>
              <a:rPr lang="en-US" sz="1800" dirty="0"/>
              <a:t>When a change is made, ZFS writes the new data to a completely new, empty block on the disk.</a:t>
            </a:r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Only after the write is fully completed does ZFS update the system's pointers to reference the new block, subsequently freeing up the old one.</a:t>
            </a:r>
          </a:p>
          <a:p>
            <a:pPr lvl="1"/>
            <a:endParaRPr lang="en-US" sz="1800" dirty="0"/>
          </a:p>
          <a:p>
            <a:pPr marL="0" indent="0">
              <a:buNone/>
            </a:pPr>
            <a:r>
              <a:rPr lang="en-US" sz="2000" b="1" dirty="0"/>
              <a:t>=&gt; </a:t>
            </a:r>
            <a:r>
              <a:rPr lang="en-US" sz="2000" dirty="0"/>
              <a:t>Guarantees that your data is never left in an incomplete or corrupt state if the system crashes or loses power mid-write, eliminates the need for time-consuming file system checks (</a:t>
            </a:r>
            <a:r>
              <a:rPr lang="en-US" sz="2000" dirty="0" err="1"/>
              <a:t>fsck</a:t>
            </a:r>
            <a:r>
              <a:rPr lang="en-US" sz="2000" dirty="0"/>
              <a:t>) on reboot.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15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8A043-F1B2-3808-BA6D-6FA4D62EC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B19B72-5991-2536-5A8F-7025E0DD8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F3C715-757D-7353-0756-D2A0EA73C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ZFS features &amp; implementation analysis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FC9F42-B0FD-C525-6768-1E1AE4C1ACA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722502" y="912123"/>
            <a:ext cx="5216180" cy="43436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C56A81-AD3D-F563-5D11-338E33AB7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501" y="5255732"/>
            <a:ext cx="5181476" cy="90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573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E29D7-D0E2-32E1-9CD5-65DC6A35D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D06506-2378-1E0D-1659-E953D0EFC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AFDAC9-9BDC-B726-050D-C61D848F0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ZFS features &amp; implementation analysis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FC9931-6C7A-0D6B-F63E-888E6F6F73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45795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Data Integrity and Self-Healing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000" b="1" dirty="0"/>
              <a:t>Isolated </a:t>
            </a:r>
            <a:r>
              <a:rPr lang="en-US" sz="2000" b="1" dirty="0" err="1"/>
              <a:t>Checksumming</a:t>
            </a:r>
            <a:r>
              <a:rPr lang="en-US" sz="2000" b="1" dirty="0"/>
              <a:t> (Merkle Trees):</a:t>
            </a:r>
            <a:r>
              <a:rPr lang="en-US" sz="2000" dirty="0"/>
              <a:t> Stores cryptographic hashes in a block's parent pointer =&gt; Guarantees that misplaced writes/silent disk errors are mathematically impossible to hide.</a:t>
            </a:r>
          </a:p>
          <a:p>
            <a:endParaRPr lang="en-US" sz="2000" dirty="0"/>
          </a:p>
          <a:p>
            <a:r>
              <a:rPr lang="en-US" sz="2000" b="1" dirty="0"/>
              <a:t>Continuous Read-Time Verification:</a:t>
            </a:r>
            <a:r>
              <a:rPr lang="en-US" sz="2000" dirty="0"/>
              <a:t> Every single time a file is requested, ZFS recalculates the hash of the data being read and compares it against the stored pointer.</a:t>
            </a:r>
          </a:p>
          <a:p>
            <a:endParaRPr lang="en-US" sz="2000" dirty="0"/>
          </a:p>
          <a:p>
            <a:r>
              <a:rPr lang="en-US" sz="2000" b="1" dirty="0"/>
              <a:t>Instant Redundant Retrieval:</a:t>
            </a:r>
            <a:r>
              <a:rPr lang="en-US" sz="2000" dirty="0"/>
              <a:t> Corruption is detected during a read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sz="2000" dirty="0"/>
              <a:t> Intercepts the error and fetches the correct data from a redundant source</a:t>
            </a:r>
          </a:p>
          <a:p>
            <a:endParaRPr lang="en-US" sz="2400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39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A82FC-803B-27EB-ED17-274753131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E2CC18-C2C3-A4F5-2B4E-D0299C86A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5ED13C3-C4EF-3BD3-2847-C4C1C4B70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ZFS features &amp; implementation analysis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CD9B4-B550-3142-A763-56C8A9165D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457953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2B1109-4EF6-ED81-4F38-F9DD7C089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866" y="971804"/>
            <a:ext cx="5378267" cy="491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284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C1DD0-348E-84A1-CCAB-27471D6C7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F0A8A2-3C8B-0C7F-820A-461E363F6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72ACB2-41EA-62B7-F440-98A7121E0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ZFS features &amp; implementation analysis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241FFD-3501-5AFA-66BA-5F9BDE8BF5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457953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DE4A43-CDD7-F81E-4255-D51B44AB9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38" y="1328270"/>
            <a:ext cx="6931124" cy="420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295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69B26-C7DF-440B-0F9E-AE80F4CF4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399B0D-5F68-E1D7-614C-4DB6D28C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FA03A8-C509-FA6D-A8A9-0BFB92A22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ZFS features &amp; implementation analysis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DD2A62-2A47-EEE1-155A-8F4663DBD9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45795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Snapshots and Clones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Instantaneous Creation (uses </a:t>
            </a:r>
            <a:r>
              <a:rPr lang="en-US" sz="2400" dirty="0" err="1"/>
              <a:t>CoW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dirty="0"/>
              <a:t>Zero Initial Space Cost (preserves the existing data blocks)</a:t>
            </a:r>
          </a:p>
          <a:p>
            <a:endParaRPr lang="en-US" sz="2400" dirty="0"/>
          </a:p>
          <a:p>
            <a:r>
              <a:rPr lang="en-US" sz="2400" dirty="0"/>
              <a:t>Immutable</a:t>
            </a:r>
          </a:p>
          <a:p>
            <a:endParaRPr lang="en-US" sz="2400" dirty="0"/>
          </a:p>
          <a:p>
            <a:r>
              <a:rPr lang="en-US" sz="2400" dirty="0"/>
              <a:t>Writable Clones</a:t>
            </a:r>
          </a:p>
          <a:p>
            <a:endParaRPr lang="en-US" sz="2400" dirty="0"/>
          </a:p>
          <a:p>
            <a:pPr lvl="1"/>
            <a:r>
              <a:rPr lang="en-US" sz="2000" dirty="0"/>
              <a:t>Efficient Sandboxing (clones only consume space for the </a:t>
            </a:r>
            <a:r>
              <a:rPr lang="en-US" sz="2000" i="1" dirty="0"/>
              <a:t>new</a:t>
            </a:r>
            <a:r>
              <a:rPr lang="en-US" sz="2000" dirty="0"/>
              <a:t> changes made to them)</a:t>
            </a:r>
          </a:p>
        </p:txBody>
      </p:sp>
    </p:spTree>
    <p:extLst>
      <p:ext uri="{BB962C8B-B14F-4D97-AF65-F5344CB8AC3E}">
        <p14:creationId xmlns:p14="http://schemas.microsoft.com/office/powerpoint/2010/main" val="214401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F45D6-78DB-A644-801C-2BBDBD96C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17FA4D-CB97-B189-33F7-212A2E2C6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7C29A12-630F-F492-E449-5791B8FE4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ZFS features &amp; implementation analysis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D412D1-4C88-C208-D041-4160C54BAA7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485632" y="1188831"/>
            <a:ext cx="6172735" cy="476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441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7E518-768B-AFC4-8A7E-9FBCC4F2D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8AD8B3-C32F-6108-9B67-EF3715500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F348D6-367A-4297-6732-F41CE6215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ZFS features &amp; implementation analysis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B5101B-BDC4-C52C-499C-71C79567A17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23317"/>
            <a:ext cx="8674100" cy="530339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Tests &amp; Benchmark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5AC766-1BFC-4EE7-EDEB-1BF28BCB5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29" y="1262210"/>
            <a:ext cx="3047142" cy="49764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F9C4D5-0B60-5DB6-5C06-D8460E654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612" y="1256624"/>
            <a:ext cx="4313294" cy="487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15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7ECF-1792-4255-AF79-1338056A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365B-2C63-46A3-AD64-BA52831BEC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4400" dirty="0"/>
              <a:t>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697B-E2F6-452F-B4AF-9444ACC6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012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433</TotalTime>
  <Words>479</Words>
  <Application>Microsoft Office PowerPoint</Application>
  <PresentationFormat>On-screen Show (4:3)</PresentationFormat>
  <Paragraphs>99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Lato</vt:lpstr>
      <vt:lpstr>Symbol</vt:lpstr>
      <vt:lpstr>Office Theme</vt:lpstr>
      <vt:lpstr>PowerPoint Presentation</vt:lpstr>
      <vt:lpstr>OPERATING SYSTEMS 2025.2</vt:lpstr>
      <vt:lpstr>PowerPoint Presentation</vt:lpstr>
      <vt:lpstr>Table of Contents</vt:lpstr>
      <vt:lpstr>I. ZFS overview </vt:lpstr>
      <vt:lpstr>II. ZFS features &amp; implementation analysis </vt:lpstr>
      <vt:lpstr>II. ZFS features &amp; implementation analysis </vt:lpstr>
      <vt:lpstr>II. ZFS features &amp; implementation analysis </vt:lpstr>
      <vt:lpstr>II. ZFS features &amp; implementation analysis </vt:lpstr>
      <vt:lpstr>II. ZFS features &amp; implementation analysis </vt:lpstr>
      <vt:lpstr>II. ZFS features &amp; implementation analysis </vt:lpstr>
      <vt:lpstr>II. ZFS features &amp; implementation analysis </vt:lpstr>
      <vt:lpstr>II. ZFS features &amp; implementation analysis </vt:lpstr>
      <vt:lpstr>II. ZFS features &amp; implementation analysis </vt:lpstr>
      <vt:lpstr>II. ZFS features &amp; implementation analysis </vt:lpstr>
      <vt:lpstr>II. ZFS features &amp; implementation analysis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Vu Nguyen Anh Tuan 202417212</cp:lastModifiedBy>
  <cp:revision>26</cp:revision>
  <dcterms:created xsi:type="dcterms:W3CDTF">2021-05-28T04:32:29Z</dcterms:created>
  <dcterms:modified xsi:type="dcterms:W3CDTF">2026-06-22T05:42:43Z</dcterms:modified>
</cp:coreProperties>
</file>